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8290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0979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796994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557438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27449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8419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50629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88633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37756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18820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007399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Editar estilos de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CD6B14-F15A-48C1-BF40-159E4F8C74BD}" type="datetimeFigureOut">
              <a:rPr lang="pt-BR" smtClean="0"/>
              <a:t>27/11/2025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440DA5-4147-433A-8F15-B6A254A2DCE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54849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comandos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6335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passos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pt-BR" dirty="0" smtClean="0"/>
              <a:t>.</a:t>
            </a:r>
            <a:r>
              <a:rPr lang="pt-BR" dirty="0" err="1" smtClean="0"/>
              <a:t>gitignore</a:t>
            </a:r>
            <a:endParaRPr lang="pt-BR" dirty="0" smtClean="0"/>
          </a:p>
          <a:p>
            <a:pPr marL="971550" lvl="1" indent="-514350">
              <a:buFont typeface="+mj-lt"/>
              <a:buAutoNum type="arabicPeriod"/>
            </a:pPr>
            <a:r>
              <a:rPr lang="pt-BR" dirty="0" err="1" smtClean="0"/>
              <a:t>Venv</a:t>
            </a:r>
            <a:r>
              <a:rPr lang="pt-BR" dirty="0" smtClean="0"/>
              <a:t> </a:t>
            </a:r>
          </a:p>
          <a:p>
            <a:pPr marL="971550" lvl="1" indent="-514350">
              <a:buFont typeface="+mj-lt"/>
              <a:buAutoNum type="arabicPeriod"/>
            </a:pPr>
            <a:r>
              <a:rPr lang="pt-BR" dirty="0" smtClean="0"/>
              <a:t>.</a:t>
            </a:r>
            <a:r>
              <a:rPr lang="pt-BR" dirty="0" err="1" smtClean="0"/>
              <a:t>venv</a:t>
            </a:r>
            <a:endParaRPr lang="pt-BR" dirty="0" smtClean="0"/>
          </a:p>
          <a:p>
            <a:pPr marL="514350" indent="-514350">
              <a:buFont typeface="+mj-lt"/>
              <a:buAutoNum type="arabicPeriod"/>
            </a:pPr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init</a:t>
            </a:r>
            <a:endParaRPr lang="pt-BR" dirty="0" smtClean="0"/>
          </a:p>
          <a:p>
            <a:pPr marL="514350" indent="-514350">
              <a:buFont typeface="+mj-lt"/>
              <a:buAutoNum type="arabicPeriod"/>
            </a:pPr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add</a:t>
            </a:r>
            <a:r>
              <a:rPr lang="pt-BR" dirty="0" smtClean="0"/>
              <a:t> .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 smtClean="0"/>
              <a:t>Git</a:t>
            </a:r>
            <a:r>
              <a:rPr lang="pt-BR" dirty="0" smtClean="0"/>
              <a:t> </a:t>
            </a:r>
            <a:r>
              <a:rPr lang="pt-BR" dirty="0" err="1" smtClean="0"/>
              <a:t>commit</a:t>
            </a:r>
            <a:r>
              <a:rPr lang="pt-BR" dirty="0" smtClean="0"/>
              <a:t> –m “salvei o arquivo e foi tudo ok”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 smtClean="0"/>
              <a:t>Git</a:t>
            </a:r>
            <a:r>
              <a:rPr lang="pt-BR" dirty="0" smtClean="0"/>
              <a:t> log</a:t>
            </a:r>
          </a:p>
          <a:p>
            <a:pPr marL="514350" indent="-514350">
              <a:buFont typeface="+mj-lt"/>
              <a:buAutoNum type="arabicPeriod"/>
            </a:pPr>
            <a:r>
              <a:rPr lang="pt-BR" dirty="0" err="1" smtClean="0"/>
              <a:t>Git</a:t>
            </a:r>
            <a:r>
              <a:rPr lang="pt-BR" dirty="0" smtClean="0"/>
              <a:t> log --</a:t>
            </a:r>
            <a:r>
              <a:rPr lang="pt-BR" dirty="0" err="1" smtClean="0"/>
              <a:t>oneline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81982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Passos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 err="1"/>
              <a:t>g</a:t>
            </a:r>
            <a:r>
              <a:rPr lang="pt-BR" dirty="0" err="1" smtClean="0"/>
              <a:t>it</a:t>
            </a:r>
            <a:r>
              <a:rPr lang="pt-BR" dirty="0" smtClean="0"/>
              <a:t> </a:t>
            </a:r>
            <a:r>
              <a:rPr lang="pt-BR" dirty="0" err="1" smtClean="0"/>
              <a:t>branch</a:t>
            </a:r>
            <a:r>
              <a:rPr lang="pt-BR" dirty="0" smtClean="0"/>
              <a:t> &lt;&lt;nome da </a:t>
            </a:r>
            <a:r>
              <a:rPr lang="pt-BR" dirty="0" err="1" smtClean="0"/>
              <a:t>branch</a:t>
            </a:r>
            <a:r>
              <a:rPr lang="pt-BR" dirty="0" smtClean="0"/>
              <a:t>&gt;&gt;</a:t>
            </a:r>
          </a:p>
          <a:p>
            <a:r>
              <a:rPr lang="pt-BR" dirty="0" err="1"/>
              <a:t>g</a:t>
            </a:r>
            <a:r>
              <a:rPr lang="pt-BR" dirty="0" err="1" smtClean="0"/>
              <a:t>it</a:t>
            </a:r>
            <a:r>
              <a:rPr lang="pt-BR" dirty="0" smtClean="0"/>
              <a:t> </a:t>
            </a:r>
            <a:r>
              <a:rPr lang="pt-BR" dirty="0" err="1" smtClean="0"/>
              <a:t>branch</a:t>
            </a:r>
            <a:endParaRPr lang="pt-BR" dirty="0" smtClean="0"/>
          </a:p>
          <a:p>
            <a:r>
              <a:rPr lang="pt-BR" dirty="0" err="1"/>
              <a:t>g</a:t>
            </a:r>
            <a:r>
              <a:rPr lang="pt-BR" dirty="0" err="1" smtClean="0"/>
              <a:t>it</a:t>
            </a:r>
            <a:r>
              <a:rPr lang="pt-BR" dirty="0" smtClean="0"/>
              <a:t> </a:t>
            </a:r>
            <a:r>
              <a:rPr lang="pt-BR" dirty="0" err="1" smtClean="0"/>
              <a:t>checkout</a:t>
            </a:r>
            <a:r>
              <a:rPr lang="pt-BR" dirty="0" smtClean="0"/>
              <a:t> &lt;&lt;nome da </a:t>
            </a:r>
            <a:r>
              <a:rPr lang="pt-BR" dirty="0" err="1" smtClean="0"/>
              <a:t>branch</a:t>
            </a:r>
            <a:r>
              <a:rPr lang="pt-BR" dirty="0" smtClean="0"/>
              <a:t>&gt;&gt;</a:t>
            </a:r>
          </a:p>
          <a:p>
            <a:r>
              <a:rPr lang="pt-BR" dirty="0" err="1"/>
              <a:t>g</a:t>
            </a:r>
            <a:r>
              <a:rPr lang="pt-BR" dirty="0" err="1" smtClean="0"/>
              <a:t>it</a:t>
            </a:r>
            <a:r>
              <a:rPr lang="pt-BR" dirty="0" smtClean="0"/>
              <a:t> </a:t>
            </a:r>
            <a:r>
              <a:rPr lang="pt-BR" dirty="0" err="1" smtClean="0"/>
              <a:t>branch</a:t>
            </a:r>
            <a:r>
              <a:rPr lang="pt-BR" dirty="0" smtClean="0"/>
              <a:t> –d &lt;&lt;nome da </a:t>
            </a:r>
            <a:r>
              <a:rPr lang="pt-BR" dirty="0" err="1" smtClean="0"/>
              <a:t>branch</a:t>
            </a:r>
            <a:r>
              <a:rPr lang="pt-BR" dirty="0" smtClean="0"/>
              <a:t>&gt;&gt;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11614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Renomear</a:t>
            </a:r>
            <a:r>
              <a:rPr lang="en-US" dirty="0" smtClean="0"/>
              <a:t> do </a:t>
            </a:r>
            <a:r>
              <a:rPr lang="en-US" b="1" dirty="0" smtClean="0"/>
              <a:t>ultimo</a:t>
            </a:r>
            <a:r>
              <a:rPr lang="en-US" dirty="0" smtClean="0"/>
              <a:t> commit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g</a:t>
            </a:r>
            <a:r>
              <a:rPr lang="en-US" dirty="0" err="1" smtClean="0"/>
              <a:t>it</a:t>
            </a:r>
            <a:r>
              <a:rPr lang="en-US" dirty="0" smtClean="0"/>
              <a:t> commit –amend</a:t>
            </a:r>
          </a:p>
          <a:p>
            <a:pPr lvl="1"/>
            <a:r>
              <a:rPr lang="en-US" dirty="0" smtClean="0"/>
              <a:t>Unix</a:t>
            </a:r>
          </a:p>
          <a:p>
            <a:pPr lvl="2"/>
            <a:r>
              <a:rPr lang="en-US" dirty="0" smtClean="0"/>
              <a:t>Vi</a:t>
            </a:r>
          </a:p>
          <a:p>
            <a:pPr lvl="2"/>
            <a:r>
              <a:rPr lang="en-US" dirty="0" err="1" smtClean="0"/>
              <a:t>Primeiro</a:t>
            </a:r>
            <a:r>
              <a:rPr lang="en-US" dirty="0" smtClean="0"/>
              <a:t> </a:t>
            </a:r>
            <a:r>
              <a:rPr lang="en-US" dirty="0" err="1" smtClean="0"/>
              <a:t>verifique</a:t>
            </a:r>
            <a:r>
              <a:rPr lang="en-US" dirty="0" smtClean="0"/>
              <a:t> </a:t>
            </a:r>
            <a:r>
              <a:rPr lang="en-US" dirty="0" err="1" smtClean="0"/>
              <a:t>seu</a:t>
            </a:r>
            <a:r>
              <a:rPr lang="en-US" dirty="0" smtClean="0"/>
              <a:t> </a:t>
            </a:r>
            <a:r>
              <a:rPr lang="en-US" dirty="0" err="1" smtClean="0"/>
              <a:t>teclado</a:t>
            </a:r>
            <a:r>
              <a:rPr lang="en-US" dirty="0" smtClean="0"/>
              <a:t> gamer (Americano)</a:t>
            </a:r>
          </a:p>
          <a:p>
            <a:pPr lvl="3"/>
            <a:r>
              <a:rPr lang="en-US" dirty="0" smtClean="0"/>
              <a:t>ESC (</a:t>
            </a:r>
            <a:r>
              <a:rPr lang="en-US" dirty="0" err="1" smtClean="0"/>
              <a:t>puxar</a:t>
            </a:r>
            <a:r>
              <a:rPr lang="en-US" dirty="0" smtClean="0"/>
              <a:t> o </a:t>
            </a:r>
            <a:r>
              <a:rPr lang="en-US" dirty="0" err="1" smtClean="0"/>
              <a:t>teclado</a:t>
            </a:r>
            <a:r>
              <a:rPr lang="en-US" dirty="0" smtClean="0"/>
              <a:t> </a:t>
            </a:r>
            <a:r>
              <a:rPr lang="en-US" dirty="0" err="1" smtClean="0"/>
              <a:t>pra</a:t>
            </a:r>
            <a:r>
              <a:rPr lang="en-US" dirty="0" smtClean="0"/>
              <a:t> voce)</a:t>
            </a:r>
          </a:p>
          <a:p>
            <a:pPr lvl="3"/>
            <a:r>
              <a:rPr lang="en-US" dirty="0" smtClean="0"/>
              <a:t>: </a:t>
            </a:r>
          </a:p>
          <a:p>
            <a:pPr lvl="3"/>
            <a:r>
              <a:rPr lang="en-US" dirty="0" smtClean="0"/>
              <a:t>W</a:t>
            </a:r>
          </a:p>
          <a:p>
            <a:pPr lvl="3"/>
            <a:r>
              <a:rPr lang="en-US" dirty="0" smtClean="0"/>
              <a:t>Q</a:t>
            </a:r>
          </a:p>
          <a:p>
            <a:pPr lvl="3"/>
            <a:r>
              <a:rPr lang="en-US" dirty="0" smtClean="0"/>
              <a:t>ENTER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369761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g</a:t>
            </a:r>
            <a:r>
              <a:rPr lang="en-US" dirty="0" err="1" smtClean="0"/>
              <a:t>it</a:t>
            </a:r>
            <a:r>
              <a:rPr lang="en-US" dirty="0" smtClean="0"/>
              <a:t> rebase –</a:t>
            </a:r>
            <a:r>
              <a:rPr lang="en-US" dirty="0" err="1" smtClean="0"/>
              <a:t>i</a:t>
            </a:r>
            <a:r>
              <a:rPr lang="en-US" dirty="0" smtClean="0"/>
              <a:t> &lt;&lt;hash&gt;&gt;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Unix (vi)</a:t>
            </a:r>
          </a:p>
          <a:p>
            <a:pPr lvl="1"/>
            <a:r>
              <a:rPr lang="en-US" dirty="0" err="1" smtClean="0"/>
              <a:t>Git</a:t>
            </a:r>
            <a:r>
              <a:rPr lang="en-US" dirty="0" smtClean="0"/>
              <a:t> log para </a:t>
            </a:r>
            <a:r>
              <a:rPr lang="en-US" dirty="0" err="1" smtClean="0"/>
              <a:t>pegar</a:t>
            </a:r>
            <a:r>
              <a:rPr lang="en-US" dirty="0" smtClean="0"/>
              <a:t> o hash</a:t>
            </a:r>
          </a:p>
          <a:p>
            <a:pPr lvl="1"/>
            <a:r>
              <a:rPr lang="en-US" dirty="0" smtClean="0"/>
              <a:t>Pick trocar </a:t>
            </a:r>
            <a:r>
              <a:rPr lang="en-US" dirty="0" err="1" smtClean="0"/>
              <a:t>por</a:t>
            </a:r>
            <a:r>
              <a:rPr lang="en-US" dirty="0" smtClean="0"/>
              <a:t> reword</a:t>
            </a:r>
          </a:p>
          <a:p>
            <a:pPr lvl="1"/>
            <a:r>
              <a:rPr lang="en-US" dirty="0" smtClean="0"/>
              <a:t>(ESC) ( : ) (W) (Q) </a:t>
            </a:r>
          </a:p>
          <a:p>
            <a:pPr lvl="1"/>
            <a:r>
              <a:rPr lang="en-US" dirty="0" smtClean="0"/>
              <a:t>Editor de </a:t>
            </a:r>
            <a:r>
              <a:rPr lang="en-US" dirty="0" err="1" smtClean="0"/>
              <a:t>texto</a:t>
            </a:r>
            <a:r>
              <a:rPr lang="en-US" dirty="0" smtClean="0"/>
              <a:t> (</a:t>
            </a:r>
            <a:r>
              <a:rPr lang="en-US" dirty="0" err="1" smtClean="0"/>
              <a:t>edita</a:t>
            </a:r>
            <a:r>
              <a:rPr lang="en-US" dirty="0" smtClean="0"/>
              <a:t> o </a:t>
            </a:r>
            <a:r>
              <a:rPr lang="en-US" dirty="0" err="1" smtClean="0"/>
              <a:t>nome</a:t>
            </a:r>
            <a:r>
              <a:rPr lang="en-US" dirty="0" smtClean="0"/>
              <a:t>)</a:t>
            </a:r>
          </a:p>
          <a:p>
            <a:pPr lvl="1"/>
            <a:r>
              <a:rPr lang="en-US" dirty="0" smtClean="0"/>
              <a:t>(ESC) ( : ) (W) (Q) </a:t>
            </a:r>
          </a:p>
          <a:p>
            <a:pPr marL="457200" lvl="1" indent="0">
              <a:buNone/>
            </a:pPr>
            <a:endParaRPr lang="en-US" dirty="0" smtClean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6733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53" y="2306972"/>
            <a:ext cx="9462476" cy="1929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0527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</TotalTime>
  <Words>140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Tema do Office</vt:lpstr>
      <vt:lpstr>comandos</vt:lpstr>
      <vt:lpstr>passos</vt:lpstr>
      <vt:lpstr>Passos </vt:lpstr>
      <vt:lpstr>Renomear do ultimo commit</vt:lpstr>
      <vt:lpstr>git rebase –i &lt;&lt;hash&gt;&gt; 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comandos</dc:title>
  <dc:creator>Romulo Cesar Silvestre Leite</dc:creator>
  <cp:lastModifiedBy>Romulo Cesar Silvestre Leite</cp:lastModifiedBy>
  <cp:revision>8</cp:revision>
  <dcterms:created xsi:type="dcterms:W3CDTF">2025-11-26T22:44:09Z</dcterms:created>
  <dcterms:modified xsi:type="dcterms:W3CDTF">2025-11-28T01:01:06Z</dcterms:modified>
</cp:coreProperties>
</file>