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8" r:id="rId12"/>
    <p:sldId id="266" r:id="rId13"/>
    <p:sldId id="269" r:id="rId14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7806D-6ED7-47EC-86EA-8E228D33A99B}" type="datetimeFigureOut">
              <a:rPr lang="pt-BR" smtClean="0"/>
              <a:t>09/12/2025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3B862-D7C1-4E8C-B2F6-B40180763C1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329833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Editar estilos de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7806D-6ED7-47EC-86EA-8E228D33A99B}" type="datetimeFigureOut">
              <a:rPr lang="pt-BR" smtClean="0"/>
              <a:t>09/12/2025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3B862-D7C1-4E8C-B2F6-B40180763C1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365972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Editar estilos de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7806D-6ED7-47EC-86EA-8E228D33A99B}" type="datetimeFigureOut">
              <a:rPr lang="pt-BR" smtClean="0"/>
              <a:t>09/12/2025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3B862-D7C1-4E8C-B2F6-B40180763C1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789800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Editar estilos de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Editar estilos de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7806D-6ED7-47EC-86EA-8E228D33A99B}" type="datetimeFigureOut">
              <a:rPr lang="pt-BR" smtClean="0"/>
              <a:t>09/12/2025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3B862-D7C1-4E8C-B2F6-B40180763C1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382261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Editar estilos de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 smtClean="0"/>
              <a:t>Editar estilos de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Editar estilos de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 smtClean="0"/>
              <a:t>Editar estilos de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7806D-6ED7-47EC-86EA-8E228D33A99B}" type="datetimeFigureOut">
              <a:rPr lang="pt-BR" smtClean="0"/>
              <a:t>09/12/2025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3B862-D7C1-4E8C-B2F6-B40180763C1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022587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7806D-6ED7-47EC-86EA-8E228D33A99B}" type="datetimeFigureOut">
              <a:rPr lang="pt-BR" smtClean="0"/>
              <a:t>09/12/2025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3B862-D7C1-4E8C-B2F6-B40180763C1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59374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7806D-6ED7-47EC-86EA-8E228D33A99B}" type="datetimeFigureOut">
              <a:rPr lang="pt-BR" smtClean="0"/>
              <a:t>09/12/2025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3B862-D7C1-4E8C-B2F6-B40180763C1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073730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Editar estilos de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Editar estilos de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7806D-6ED7-47EC-86EA-8E228D33A99B}" type="datetimeFigureOut">
              <a:rPr lang="pt-BR" smtClean="0"/>
              <a:t>09/12/2025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3B862-D7C1-4E8C-B2F6-B40180763C1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583054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Editar estilos de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7806D-6ED7-47EC-86EA-8E228D33A99B}" type="datetimeFigureOut">
              <a:rPr lang="pt-BR" smtClean="0"/>
              <a:t>09/12/2025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3B862-D7C1-4E8C-B2F6-B40180763C1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604770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Editar estilos de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7806D-6ED7-47EC-86EA-8E228D33A99B}" type="datetimeFigureOut">
              <a:rPr lang="pt-BR" smtClean="0"/>
              <a:t>09/12/2025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3B862-D7C1-4E8C-B2F6-B40180763C1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526298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 smtClean="0"/>
              <a:t>Editar estilos de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7806D-6ED7-47EC-86EA-8E228D33A99B}" type="datetimeFigureOut">
              <a:rPr lang="pt-BR" smtClean="0"/>
              <a:t>09/12/2025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3B862-D7C1-4E8C-B2F6-B40180763C1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60729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Editar estilos de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87806D-6ED7-47EC-86EA-8E228D33A99B}" type="datetimeFigureOut">
              <a:rPr lang="pt-BR" smtClean="0"/>
              <a:t>09/12/2025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963B862-D7C1-4E8C-B2F6-B40180763C1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852171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 err="1" smtClean="0"/>
              <a:t>Slice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1343589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Do segundo até o final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 dirty="0" smtClean="0"/>
          </a:p>
          <a:p>
            <a:endParaRPr lang="pt-BR" dirty="0"/>
          </a:p>
          <a:p>
            <a:r>
              <a:rPr lang="pt-BR" dirty="0" smtClean="0"/>
              <a:t>Todos , menos o último</a:t>
            </a:r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193" y="1424781"/>
            <a:ext cx="4225242" cy="840247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193" y="3324684"/>
            <a:ext cx="4188720" cy="928534"/>
          </a:xfrm>
          <a:prstGeom prst="rect">
            <a:avLst/>
          </a:prstGeom>
        </p:spPr>
      </p:pic>
      <p:pic>
        <p:nvPicPr>
          <p:cNvPr id="6" name="Imagem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21086" y="4852988"/>
            <a:ext cx="7391400" cy="1323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16591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620" y="0"/>
            <a:ext cx="6743700" cy="3638550"/>
          </a:xfrm>
          <a:prstGeom prst="rect">
            <a:avLst/>
          </a:prstGeom>
        </p:spPr>
      </p:pic>
      <p:pic>
        <p:nvPicPr>
          <p:cNvPr id="3" name="Imagem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7121" y="889233"/>
            <a:ext cx="4306680" cy="33344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71745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454" y="607196"/>
            <a:ext cx="9399196" cy="48037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83006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1547" y="502684"/>
            <a:ext cx="6381750" cy="4829175"/>
          </a:xfrm>
          <a:prstGeom prst="rect">
            <a:avLst/>
          </a:prstGeom>
        </p:spPr>
      </p:pic>
      <p:pic>
        <p:nvPicPr>
          <p:cNvPr id="3" name="Imagem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657" y="1845578"/>
            <a:ext cx="5212111" cy="2543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21456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37532" y="281235"/>
            <a:ext cx="10515600" cy="1325563"/>
          </a:xfrm>
        </p:spPr>
        <p:txBody>
          <a:bodyPr/>
          <a:lstStyle/>
          <a:p>
            <a:r>
              <a:rPr lang="pt-BR" b="1" dirty="0" smtClean="0"/>
              <a:t>Solução</a:t>
            </a:r>
            <a:endParaRPr lang="pt-BR" b="1" dirty="0"/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344510"/>
            <a:ext cx="8102192" cy="5133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44728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Dever de Agora!!!</a:t>
            </a:r>
            <a:endParaRPr lang="pt-BR" dirty="0"/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754" y="1599151"/>
            <a:ext cx="3347906" cy="2496072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9538" y="1690688"/>
            <a:ext cx="6260765" cy="49850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39145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67081" y="615883"/>
            <a:ext cx="10515600" cy="1325563"/>
          </a:xfrm>
        </p:spPr>
        <p:txBody>
          <a:bodyPr/>
          <a:lstStyle/>
          <a:p>
            <a:r>
              <a:rPr lang="pt-BR" dirty="0" smtClean="0"/>
              <a:t>Qual o problema...</a:t>
            </a:r>
            <a:endParaRPr lang="pt-BR" dirty="0"/>
          </a:p>
        </p:txBody>
      </p:sp>
      <p:sp>
        <p:nvSpPr>
          <p:cNvPr id="5" name="Rectangle 2"/>
          <p:cNvSpPr>
            <a:spLocks noGrp="1" noChangeArrowheads="1"/>
          </p:cNvSpPr>
          <p:nvPr>
            <p:ph idx="1"/>
          </p:nvPr>
        </p:nvSpPr>
        <p:spPr bwMode="auto">
          <a:xfrm>
            <a:off x="259360" y="2033778"/>
            <a:ext cx="7152920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kumimoji="0" lang="pt-BR" altLang="pt-BR" sz="12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 que acontece é que essas datas estão sendo interpretadas como números.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kumimoji="0" lang="pt-BR" altLang="pt-BR" sz="120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Ou seja, janeiro de 2013 (1.2013) está sendo lindo como 1,2013.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kumimoji="0" lang="pt-BR" altLang="pt-BR" sz="120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Para solucionar este problema, logo após a importação do </a:t>
            </a:r>
            <a:r>
              <a:rPr kumimoji="0" lang="pt-BR" altLang="pt-BR" sz="1200" i="1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Matplotlib</a:t>
            </a:r>
            <a:r>
              <a:rPr kumimoji="0" lang="pt-BR" altLang="pt-BR" sz="120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adicionaremos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kumimoji="0" lang="pt-BR" altLang="pt-BR" sz="120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uma célula onde usaremos a função </a:t>
            </a:r>
            <a:r>
              <a:rPr kumimoji="0" lang="pt-BR" altLang="pt-BR" sz="120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 panose="020B0604020202020204" pitchFamily="34" charset="-128"/>
              </a:rPr>
              <a:t>arange</a:t>
            </a:r>
            <a:r>
              <a:rPr kumimoji="0" lang="pt-BR" altLang="pt-BR" sz="120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 panose="020B0604020202020204" pitchFamily="34" charset="-128"/>
              </a:rPr>
              <a:t>()</a:t>
            </a:r>
            <a:r>
              <a:rPr kumimoji="0" lang="pt-BR" altLang="pt-BR" sz="120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 para criar uma sequência com esses números.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pt-BR" altLang="pt-BR" sz="1200" dirty="0"/>
              <a:t>I</a:t>
            </a:r>
            <a:r>
              <a:rPr kumimoji="0" lang="pt-BR" altLang="pt-BR" sz="120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nformando que correspondem aos 87 meses, portanto, de 1 a 88:</a:t>
            </a:r>
            <a:endParaRPr kumimoji="0" lang="pt-BR" altLang="pt-BR" sz="120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671542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" y="3580225"/>
            <a:ext cx="3563937" cy="2715799"/>
          </a:xfrm>
          <a:prstGeom prst="rect">
            <a:avLst/>
          </a:prstGeom>
        </p:spPr>
      </p:pic>
      <p:pic>
        <p:nvPicPr>
          <p:cNvPr id="3" name="Imagem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900" y="1177557"/>
            <a:ext cx="8394700" cy="23498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03105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Exercícios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2865664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Projeto Integrador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 err="1" smtClean="0"/>
              <a:t>Braimstorm</a:t>
            </a:r>
            <a:endParaRPr lang="pt-BR" dirty="0"/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677756"/>
            <a:ext cx="4443904" cy="2647076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0196" y="2677756"/>
            <a:ext cx="3990975" cy="121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41200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6855" y="983768"/>
            <a:ext cx="7727855" cy="43851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00527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Braimstorm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smtClean="0"/>
              <a:t>Feira dos </a:t>
            </a:r>
            <a:r>
              <a:rPr lang="en-US" dirty="0" err="1" smtClean="0"/>
              <a:t>Goianos</a:t>
            </a:r>
            <a:r>
              <a:rPr lang="en-US" dirty="0" smtClean="0"/>
              <a:t> </a:t>
            </a:r>
          </a:p>
          <a:p>
            <a:pPr lvl="1"/>
            <a:r>
              <a:rPr lang="en-US" dirty="0" smtClean="0"/>
              <a:t>Banca e Banca….</a:t>
            </a:r>
          </a:p>
          <a:p>
            <a:r>
              <a:rPr lang="en-US" dirty="0" err="1" smtClean="0"/>
              <a:t>Setor</a:t>
            </a:r>
            <a:r>
              <a:rPr lang="en-US" dirty="0" smtClean="0"/>
              <a:t> H Norte</a:t>
            </a:r>
          </a:p>
          <a:p>
            <a:pPr lvl="1"/>
            <a:r>
              <a:rPr lang="en-US" dirty="0" err="1" smtClean="0"/>
              <a:t>Mecanicos</a:t>
            </a:r>
            <a:endParaRPr lang="en-US" dirty="0" smtClean="0"/>
          </a:p>
          <a:p>
            <a:pPr lvl="1"/>
            <a:r>
              <a:rPr lang="en-US" dirty="0" smtClean="0"/>
              <a:t>Site</a:t>
            </a:r>
          </a:p>
          <a:p>
            <a:pPr lvl="1"/>
            <a:r>
              <a:rPr lang="en-US" dirty="0" err="1" smtClean="0"/>
              <a:t>Pecas</a:t>
            </a:r>
            <a:r>
              <a:rPr lang="en-US" dirty="0" smtClean="0"/>
              <a:t> </a:t>
            </a:r>
          </a:p>
          <a:p>
            <a:r>
              <a:rPr lang="en-US" dirty="0" err="1" smtClean="0"/>
              <a:t>Marmitas</a:t>
            </a:r>
            <a:endParaRPr lang="en-US" dirty="0" smtClean="0"/>
          </a:p>
          <a:p>
            <a:pPr lvl="1"/>
            <a:r>
              <a:rPr lang="en-US" dirty="0" smtClean="0"/>
              <a:t>Sistema de </a:t>
            </a:r>
            <a:r>
              <a:rPr lang="en-US" dirty="0" err="1" smtClean="0"/>
              <a:t>Nutricao</a:t>
            </a:r>
            <a:r>
              <a:rPr lang="en-US" dirty="0" smtClean="0"/>
              <a:t> e </a:t>
            </a:r>
            <a:r>
              <a:rPr lang="en-US" dirty="0" err="1" smtClean="0"/>
              <a:t>Marmitas</a:t>
            </a:r>
            <a:r>
              <a:rPr lang="en-US" dirty="0" smtClean="0"/>
              <a:t>…</a:t>
            </a:r>
          </a:p>
          <a:p>
            <a:pPr lvl="1"/>
            <a:r>
              <a:rPr lang="en-US" dirty="0" err="1" smtClean="0"/>
              <a:t>Congelada</a:t>
            </a:r>
            <a:r>
              <a:rPr lang="en-US" dirty="0" smtClean="0"/>
              <a:t>…</a:t>
            </a:r>
          </a:p>
          <a:p>
            <a:r>
              <a:rPr lang="en-US" dirty="0" err="1" smtClean="0"/>
              <a:t>Barbearia</a:t>
            </a:r>
            <a:endParaRPr lang="en-US" dirty="0" smtClean="0"/>
          </a:p>
          <a:p>
            <a:pPr lvl="1"/>
            <a:r>
              <a:rPr lang="en-US" smtClean="0"/>
              <a:t>Fidelidade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2089634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313</TotalTime>
  <Words>120</Words>
  <Application>Microsoft Office PowerPoint</Application>
  <PresentationFormat>Widescreen</PresentationFormat>
  <Paragraphs>28</Paragraphs>
  <Slides>13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13</vt:i4>
      </vt:variant>
    </vt:vector>
  </HeadingPairs>
  <TitlesOfParts>
    <vt:vector size="18" baseType="lpstr">
      <vt:lpstr>Arial Unicode MS</vt:lpstr>
      <vt:lpstr>Arial</vt:lpstr>
      <vt:lpstr>Calibri</vt:lpstr>
      <vt:lpstr>Calibri Light</vt:lpstr>
      <vt:lpstr>Tema do Office</vt:lpstr>
      <vt:lpstr>Slice</vt:lpstr>
      <vt:lpstr>Do segundo até o final</vt:lpstr>
      <vt:lpstr>Apresentação do PowerPoint</vt:lpstr>
      <vt:lpstr>Apresentação do PowerPoint</vt:lpstr>
      <vt:lpstr>Apresentação do PowerPoint</vt:lpstr>
      <vt:lpstr>Solução</vt:lpstr>
      <vt:lpstr>Dever de Agora!!!</vt:lpstr>
      <vt:lpstr>Qual o problema...</vt:lpstr>
      <vt:lpstr>Apresentação do PowerPoint</vt:lpstr>
      <vt:lpstr>Exercícios</vt:lpstr>
      <vt:lpstr>Projeto Integrador</vt:lpstr>
      <vt:lpstr>Apresentação do PowerPoint</vt:lpstr>
      <vt:lpstr>Braimstorm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Slice</dc:title>
  <dc:creator>Romulo Cesar Silvestre Leite</dc:creator>
  <cp:lastModifiedBy>Romulo Cesar Silvestre Leite</cp:lastModifiedBy>
  <cp:revision>12</cp:revision>
  <dcterms:created xsi:type="dcterms:W3CDTF">2025-12-02T23:38:48Z</dcterms:created>
  <dcterms:modified xsi:type="dcterms:W3CDTF">2025-12-10T00:55:16Z</dcterms:modified>
</cp:coreProperties>
</file>