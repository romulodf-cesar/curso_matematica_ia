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-984" y="-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2983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659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980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226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25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937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37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05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0477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262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72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806D-6ED7-47EC-86EA-8E228D33A99B}" type="datetimeFigureOut">
              <a:rPr lang="pt-BR" smtClean="0"/>
              <a:t>08/12/2025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5217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 smtClean="0"/>
              <a:t>Slice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4358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Do segundo até o final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 smtClean="0"/>
          </a:p>
          <a:p>
            <a:endParaRPr lang="pt-BR" dirty="0"/>
          </a:p>
          <a:p>
            <a:r>
              <a:rPr lang="pt-BR" dirty="0" smtClean="0"/>
              <a:t>Todos , menos o último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193" y="1424781"/>
            <a:ext cx="4225242" cy="840247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93" y="3324684"/>
            <a:ext cx="4188720" cy="928534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1086" y="4852988"/>
            <a:ext cx="7391400" cy="132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659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20" y="0"/>
            <a:ext cx="6743700" cy="363855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121" y="889233"/>
            <a:ext cx="4306680" cy="333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74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54" y="607196"/>
            <a:ext cx="9399196" cy="4803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300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547" y="502684"/>
            <a:ext cx="6381750" cy="482917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7" y="1845578"/>
            <a:ext cx="5212111" cy="254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145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37532" y="281235"/>
            <a:ext cx="10515600" cy="1325563"/>
          </a:xfrm>
        </p:spPr>
        <p:txBody>
          <a:bodyPr/>
          <a:lstStyle/>
          <a:p>
            <a:r>
              <a:rPr lang="pt-BR" b="1" dirty="0" smtClean="0"/>
              <a:t>Solução</a:t>
            </a:r>
            <a:endParaRPr lang="pt-BR" b="1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44510"/>
            <a:ext cx="8102192" cy="51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72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Dever de Agora!!!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1705"/>
            <a:ext cx="64389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914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7081" y="615883"/>
            <a:ext cx="10515600" cy="1325563"/>
          </a:xfrm>
        </p:spPr>
        <p:txBody>
          <a:bodyPr/>
          <a:lstStyle/>
          <a:p>
            <a:r>
              <a:rPr lang="pt-BR" dirty="0" smtClean="0"/>
              <a:t>Qual o problema...</a:t>
            </a:r>
            <a:endParaRPr lang="pt-BR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259360" y="2033778"/>
            <a:ext cx="715292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que acontece é que essas datas estão sendo interpretadas como números.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 seja, janeiro de 2013 (1.2013) está sendo lindo como 1,2013.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 solucionar este problema, logo após a importação do </a:t>
            </a:r>
            <a:r>
              <a:rPr kumimoji="0" lang="pt-BR" altLang="pt-BR" sz="120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adicionaremos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uma célula onde usaremos a função </a:t>
            </a:r>
            <a:r>
              <a:rPr kumimoji="0" lang="pt-BR" altLang="pt-BR" sz="1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arange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()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para criar uma sequência com esses números.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pt-BR" altLang="pt-BR" sz="1200" dirty="0"/>
              <a:t>I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nformando que correspondem aos 87 meses, portanto, de 1 a 88:</a:t>
            </a:r>
            <a:endParaRPr kumimoji="0" lang="pt-BR" altLang="pt-BR" sz="1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15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3580225"/>
            <a:ext cx="3563937" cy="2715799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" y="1177557"/>
            <a:ext cx="8394700" cy="234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3105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91</Words>
  <Application>Microsoft Office PowerPoint</Application>
  <PresentationFormat>Widescreen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 Unicode MS</vt:lpstr>
      <vt:lpstr>Arial</vt:lpstr>
      <vt:lpstr>Calibri</vt:lpstr>
      <vt:lpstr>Calibri Light</vt:lpstr>
      <vt:lpstr>Tema do Office</vt:lpstr>
      <vt:lpstr>Slice</vt:lpstr>
      <vt:lpstr>Do segundo até o final</vt:lpstr>
      <vt:lpstr>Apresentação do PowerPoint</vt:lpstr>
      <vt:lpstr>Apresentação do PowerPoint</vt:lpstr>
      <vt:lpstr>Apresentação do PowerPoint</vt:lpstr>
      <vt:lpstr>Solução</vt:lpstr>
      <vt:lpstr>Dever de Agora!!!</vt:lpstr>
      <vt:lpstr>Qual o problema...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Slice</dc:title>
  <dc:creator>Romulo Cesar Silvestre Leite</dc:creator>
  <cp:lastModifiedBy>Romulo Cesar Silvestre Leite</cp:lastModifiedBy>
  <cp:revision>5</cp:revision>
  <dcterms:created xsi:type="dcterms:W3CDTF">2025-12-02T23:38:48Z</dcterms:created>
  <dcterms:modified xsi:type="dcterms:W3CDTF">2025-12-08T23:35:09Z</dcterms:modified>
</cp:coreProperties>
</file>