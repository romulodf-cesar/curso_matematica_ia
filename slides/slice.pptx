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9" r:id="rId14"/>
    <p:sldId id="270" r:id="rId15"/>
    <p:sldId id="271" r:id="rId16"/>
    <p:sldId id="273" r:id="rId17"/>
    <p:sldId id="272" r:id="rId18"/>
    <p:sldId id="274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2983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6597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980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226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2258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937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373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05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0477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262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6072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806D-6ED7-47EC-86EA-8E228D33A99B}" type="datetimeFigureOut">
              <a:rPr lang="pt-BR" smtClean="0"/>
              <a:t>10/12/2025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3B862-D7C1-4E8C-B2F6-B40180763C1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5217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 smtClean="0"/>
              <a:t>Slice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4358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Do segundo até o final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 smtClean="0"/>
          </a:p>
          <a:p>
            <a:endParaRPr lang="pt-BR" dirty="0"/>
          </a:p>
          <a:p>
            <a:r>
              <a:rPr lang="pt-BR" dirty="0" smtClean="0"/>
              <a:t>Todos , menos o último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193" y="1424781"/>
            <a:ext cx="4225242" cy="840247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93" y="3324684"/>
            <a:ext cx="4188720" cy="928534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1086" y="4852988"/>
            <a:ext cx="7391400" cy="1323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659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620" y="0"/>
            <a:ext cx="6743700" cy="3638550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7121" y="889233"/>
            <a:ext cx="4306680" cy="3334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74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54" y="607196"/>
            <a:ext cx="9399196" cy="4803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300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1547" y="502684"/>
            <a:ext cx="6381750" cy="4829175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657" y="1845578"/>
            <a:ext cx="5212111" cy="254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1456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37532" y="281235"/>
            <a:ext cx="10515600" cy="1325563"/>
          </a:xfrm>
        </p:spPr>
        <p:txBody>
          <a:bodyPr/>
          <a:lstStyle/>
          <a:p>
            <a:r>
              <a:rPr lang="pt-BR" b="1" dirty="0" smtClean="0"/>
              <a:t>Solução</a:t>
            </a:r>
            <a:endParaRPr lang="pt-BR" b="1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44510"/>
            <a:ext cx="8102192" cy="5133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472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Dever de Agora!!!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754" y="1599151"/>
            <a:ext cx="3347906" cy="2496072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538" y="1690688"/>
            <a:ext cx="6260765" cy="498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914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7081" y="615883"/>
            <a:ext cx="10515600" cy="1325563"/>
          </a:xfrm>
        </p:spPr>
        <p:txBody>
          <a:bodyPr/>
          <a:lstStyle/>
          <a:p>
            <a:r>
              <a:rPr lang="pt-BR" dirty="0" smtClean="0"/>
              <a:t>Qual o problema...</a:t>
            </a:r>
            <a:endParaRPr lang="pt-BR" dirty="0"/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259360" y="2033778"/>
            <a:ext cx="7152920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 que acontece é que essas datas estão sendo interpretadas como números.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 seja, janeiro de 2013 (1.2013) está sendo lindo como 1,2013.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 solucionar este problema, logo após a importação do </a:t>
            </a:r>
            <a:r>
              <a:rPr kumimoji="0" lang="pt-BR" altLang="pt-BR" sz="120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adicionaremos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uma célula onde usaremos a função </a:t>
            </a:r>
            <a:r>
              <a:rPr kumimoji="0" lang="pt-BR" altLang="pt-BR" sz="120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arange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</a:rPr>
              <a:t>()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para criar uma sequência com esses números.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pt-BR" altLang="pt-BR" sz="1200" dirty="0"/>
              <a:t>I</a:t>
            </a:r>
            <a:r>
              <a:rPr kumimoji="0" lang="pt-BR" altLang="pt-BR" sz="12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nformando que correspondem aos 87 meses, portanto, de 1 a 88:</a:t>
            </a:r>
            <a:endParaRPr kumimoji="0" lang="pt-BR" altLang="pt-BR" sz="12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7154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3580225"/>
            <a:ext cx="3563937" cy="2715799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" y="1177557"/>
            <a:ext cx="8394700" cy="234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310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Exercícios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86566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Projeto Integrador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err="1" smtClean="0"/>
              <a:t>Braimstorm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77756"/>
            <a:ext cx="4443904" cy="2647076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196" y="2677756"/>
            <a:ext cx="3990975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200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855" y="983768"/>
            <a:ext cx="7727855" cy="438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052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Braimstorm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Feira dos </a:t>
            </a:r>
            <a:r>
              <a:rPr lang="en-US" dirty="0" err="1" smtClean="0"/>
              <a:t>Goianos</a:t>
            </a:r>
            <a:r>
              <a:rPr lang="en-US" dirty="0" smtClean="0"/>
              <a:t> </a:t>
            </a:r>
          </a:p>
          <a:p>
            <a:pPr lvl="1"/>
            <a:r>
              <a:rPr lang="en-US" dirty="0" smtClean="0"/>
              <a:t>Banca e Banca….</a:t>
            </a:r>
          </a:p>
          <a:p>
            <a:r>
              <a:rPr lang="en-US" dirty="0" err="1" smtClean="0"/>
              <a:t>Setor</a:t>
            </a:r>
            <a:r>
              <a:rPr lang="en-US" dirty="0" smtClean="0"/>
              <a:t> H Norte</a:t>
            </a:r>
          </a:p>
          <a:p>
            <a:pPr lvl="1"/>
            <a:r>
              <a:rPr lang="en-US" dirty="0" err="1" smtClean="0"/>
              <a:t>Mecanicos</a:t>
            </a:r>
            <a:endParaRPr lang="en-US" dirty="0" smtClean="0"/>
          </a:p>
          <a:p>
            <a:pPr lvl="1"/>
            <a:r>
              <a:rPr lang="en-US" dirty="0" smtClean="0"/>
              <a:t>Site</a:t>
            </a:r>
          </a:p>
          <a:p>
            <a:pPr lvl="1"/>
            <a:r>
              <a:rPr lang="en-US" dirty="0" err="1" smtClean="0"/>
              <a:t>Pecas</a:t>
            </a:r>
            <a:r>
              <a:rPr lang="en-US" dirty="0" smtClean="0"/>
              <a:t> </a:t>
            </a:r>
          </a:p>
          <a:p>
            <a:r>
              <a:rPr lang="en-US" dirty="0" err="1" smtClean="0"/>
              <a:t>Marmitas</a:t>
            </a:r>
            <a:endParaRPr lang="en-US" dirty="0" smtClean="0"/>
          </a:p>
          <a:p>
            <a:pPr lvl="1"/>
            <a:r>
              <a:rPr lang="en-US" dirty="0" smtClean="0"/>
              <a:t>Sistema de </a:t>
            </a:r>
            <a:r>
              <a:rPr lang="en-US" dirty="0" err="1" smtClean="0"/>
              <a:t>Nutricao</a:t>
            </a:r>
            <a:r>
              <a:rPr lang="en-US" dirty="0" smtClean="0"/>
              <a:t> e </a:t>
            </a:r>
            <a:r>
              <a:rPr lang="en-US" dirty="0" err="1" smtClean="0"/>
              <a:t>Marmitas</a:t>
            </a:r>
            <a:r>
              <a:rPr lang="en-US" dirty="0" smtClean="0"/>
              <a:t>…</a:t>
            </a:r>
          </a:p>
          <a:p>
            <a:pPr lvl="1"/>
            <a:r>
              <a:rPr lang="en-US" dirty="0" err="1" smtClean="0"/>
              <a:t>Congelada</a:t>
            </a:r>
            <a:r>
              <a:rPr lang="en-US" dirty="0" smtClean="0"/>
              <a:t>…</a:t>
            </a:r>
          </a:p>
          <a:p>
            <a:r>
              <a:rPr lang="en-US" dirty="0" err="1" smtClean="0"/>
              <a:t>Barbearia</a:t>
            </a:r>
            <a:endParaRPr lang="en-US" dirty="0" smtClean="0"/>
          </a:p>
          <a:p>
            <a:pPr lvl="1"/>
            <a:r>
              <a:rPr lang="en-US" smtClean="0"/>
              <a:t>Fidelidade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08963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6589" y="-196937"/>
            <a:ext cx="10515600" cy="1325563"/>
          </a:xfrm>
        </p:spPr>
        <p:txBody>
          <a:bodyPr/>
          <a:lstStyle/>
          <a:p>
            <a:r>
              <a:rPr lang="pt-BR" dirty="0" smtClean="0"/>
              <a:t>Probabilidade</a:t>
            </a:r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616" y="716427"/>
            <a:ext cx="6619875" cy="1666875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616" y="2442772"/>
            <a:ext cx="7400925" cy="108585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616" y="3588092"/>
            <a:ext cx="6572250" cy="167640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616" y="5264492"/>
            <a:ext cx="7048500" cy="142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0608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5" y="488887"/>
            <a:ext cx="11822214" cy="411491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5" y="1001828"/>
            <a:ext cx="7696200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724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24" y="3053593"/>
            <a:ext cx="11828474" cy="75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481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1" y="2649281"/>
            <a:ext cx="11926778" cy="149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270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27" y="2038477"/>
            <a:ext cx="11097848" cy="2690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59089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121</Words>
  <Application>Microsoft Office PowerPoint</Application>
  <PresentationFormat>Widescreen</PresentationFormat>
  <Paragraphs>29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 Unicode MS</vt:lpstr>
      <vt:lpstr>Arial</vt:lpstr>
      <vt:lpstr>Calibri</vt:lpstr>
      <vt:lpstr>Calibri Light</vt:lpstr>
      <vt:lpstr>Tema do Office</vt:lpstr>
      <vt:lpstr>Slice</vt:lpstr>
      <vt:lpstr>Do segundo até o final</vt:lpstr>
      <vt:lpstr>Apresentação do PowerPoint</vt:lpstr>
      <vt:lpstr>Apresentação do PowerPoint</vt:lpstr>
      <vt:lpstr>Apresentação do PowerPoint</vt:lpstr>
      <vt:lpstr>Solução</vt:lpstr>
      <vt:lpstr>Dever de Agora!!!</vt:lpstr>
      <vt:lpstr>Qual o problema...</vt:lpstr>
      <vt:lpstr>Apresentação do PowerPoint</vt:lpstr>
      <vt:lpstr>Exercícios</vt:lpstr>
      <vt:lpstr>Projeto Integrador</vt:lpstr>
      <vt:lpstr>Apresentação do PowerPoint</vt:lpstr>
      <vt:lpstr>Braimstorm</vt:lpstr>
      <vt:lpstr>Probabilidade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Slice</dc:title>
  <dc:creator>Romulo Cesar Silvestre Leite</dc:creator>
  <cp:lastModifiedBy>Romulo Cesar Silvestre Leite</cp:lastModifiedBy>
  <cp:revision>16</cp:revision>
  <dcterms:created xsi:type="dcterms:W3CDTF">2025-12-02T23:38:48Z</dcterms:created>
  <dcterms:modified xsi:type="dcterms:W3CDTF">2025-12-11T01:14:29Z</dcterms:modified>
</cp:coreProperties>
</file>