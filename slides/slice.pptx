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98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59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98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22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25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3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37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0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47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62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7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806D-6ED7-47EC-86EA-8E228D33A99B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3B862-D7C1-4E8C-B2F6-B40180763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21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Slice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435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 segundo até o final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Todos , menos o último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93" y="1424781"/>
            <a:ext cx="4225242" cy="84024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193" y="3324684"/>
            <a:ext cx="4188720" cy="92853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086" y="4852988"/>
            <a:ext cx="73914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5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20" y="0"/>
            <a:ext cx="6743700" cy="36385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121" y="889233"/>
            <a:ext cx="4306680" cy="333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7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4" y="607196"/>
            <a:ext cx="9399196" cy="480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0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547" y="502684"/>
            <a:ext cx="6381750" cy="482917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57" y="1845578"/>
            <a:ext cx="5212111" cy="254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4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7532" y="281235"/>
            <a:ext cx="10515600" cy="1325563"/>
          </a:xfrm>
        </p:spPr>
        <p:txBody>
          <a:bodyPr/>
          <a:lstStyle/>
          <a:p>
            <a:r>
              <a:rPr lang="pt-BR" b="1" dirty="0" smtClean="0"/>
              <a:t>Solução</a:t>
            </a:r>
            <a:endParaRPr lang="pt-BR" b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4510"/>
            <a:ext cx="8102192" cy="51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7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Dever de Agora!!!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54" y="1599151"/>
            <a:ext cx="3347906" cy="249607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538" y="1690688"/>
            <a:ext cx="6260765" cy="49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1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081" y="615883"/>
            <a:ext cx="10515600" cy="1325563"/>
          </a:xfrm>
        </p:spPr>
        <p:txBody>
          <a:bodyPr/>
          <a:lstStyle/>
          <a:p>
            <a:r>
              <a:rPr lang="pt-BR" dirty="0" smtClean="0"/>
              <a:t>Qual o problema...</a:t>
            </a:r>
            <a:endParaRPr lang="pt-BR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59360" y="2033778"/>
            <a:ext cx="71529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acontece é que essas datas estão sendo interpretadas como números.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 seja, janeiro de 2013 (1.2013) está sendo lindo como 1,2013.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solucionar este problema, logo após a importação do </a:t>
            </a:r>
            <a:r>
              <a:rPr kumimoji="0" lang="pt-BR" altLang="pt-BR" sz="120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adicionaremos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 célula onde usaremos a função </a:t>
            </a:r>
            <a:r>
              <a:rPr kumimoji="0" lang="pt-BR" altLang="pt-BR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arange</a:t>
            </a: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criar uma sequência com esses números.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sz="1200" dirty="0"/>
              <a:t>I</a:t>
            </a:r>
            <a:r>
              <a:rPr kumimoji="0" lang="pt-BR" alt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nformando que correspondem aos 87 meses, portanto, de 1 a 88:</a:t>
            </a:r>
            <a:endParaRPr kumimoji="0" lang="pt-BR" altLang="pt-B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15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580225"/>
            <a:ext cx="3563937" cy="271579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177557"/>
            <a:ext cx="8394700" cy="234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1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6566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Projeto Integrador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Braimstorm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7756"/>
            <a:ext cx="4443904" cy="264707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96" y="2677756"/>
            <a:ext cx="39909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2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872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95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 Unicode MS</vt:lpstr>
      <vt:lpstr>Arial</vt:lpstr>
      <vt:lpstr>Calibri</vt:lpstr>
      <vt:lpstr>Calibri Light</vt:lpstr>
      <vt:lpstr>Tema do Office</vt:lpstr>
      <vt:lpstr>Slice</vt:lpstr>
      <vt:lpstr>Do segundo até o final</vt:lpstr>
      <vt:lpstr>Apresentação do PowerPoint</vt:lpstr>
      <vt:lpstr>Apresentação do PowerPoint</vt:lpstr>
      <vt:lpstr>Apresentação do PowerPoint</vt:lpstr>
      <vt:lpstr>Solução</vt:lpstr>
      <vt:lpstr>Dever de Agora!!!</vt:lpstr>
      <vt:lpstr>Qual o problema...</vt:lpstr>
      <vt:lpstr>Apresentação do PowerPoint</vt:lpstr>
      <vt:lpstr>Exercícios</vt:lpstr>
      <vt:lpstr>Projeto Integrador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</dc:title>
  <dc:creator>Romulo Cesar Silvestre Leite</dc:creator>
  <cp:lastModifiedBy>Romulo Cesar Silvestre Leite</cp:lastModifiedBy>
  <cp:revision>9</cp:revision>
  <dcterms:created xsi:type="dcterms:W3CDTF">2025-12-02T23:38:48Z</dcterms:created>
  <dcterms:modified xsi:type="dcterms:W3CDTF">2025-12-09T01:10:31Z</dcterms:modified>
</cp:coreProperties>
</file>